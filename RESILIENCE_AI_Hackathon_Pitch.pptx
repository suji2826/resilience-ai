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6347"/>
                </a:solidFill>
              </a:rPr>
              <a:t>RESILIENCE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National Healthcare Resource Intelligence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Powered by Google Gemini · Federated AI · Holt-Winters Forecasting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749039"/>
            <a:ext cx="219456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🏥  100+ PHCs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3749039"/>
            <a:ext cx="219456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08960" y="3794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🤖  Gemini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3749039"/>
            <a:ext cx="219456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77840" y="3794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🌐  BRICS-Ready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2179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HACKATHON PITCH  •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21792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GitHub: suji2826/Resilience-AI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03F290-6310-FB4A-4C77-25F386E034C8}"/>
              </a:ext>
            </a:extLst>
          </p:cNvPr>
          <p:cNvSpPr/>
          <p:nvPr/>
        </p:nvSpPr>
        <p:spPr>
          <a:xfrm>
            <a:off x="1425677" y="4670323"/>
            <a:ext cx="4668735" cy="141043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lgerian" panose="04020705040A02060702" pitchFamily="82" charset="0"/>
              </a:rPr>
              <a:t>Team Name: </a:t>
            </a:r>
            <a:r>
              <a:rPr lang="en-IN" b="1" dirty="0">
                <a:latin typeface="Algerian" panose="04020705040A02060702" pitchFamily="82" charset="0"/>
              </a:rPr>
              <a:t>Moon Knights</a:t>
            </a:r>
            <a:endParaRPr lang="en-IN" dirty="0"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347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4A3B8"/>
                </a:solidFill>
              </a:rPr>
              <a:t>India's public healthcare supply chain is flying blind.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5486400" cy="18288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5486400" cy="45720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347"/>
                </a:solidFill>
              </a:rPr>
              <a:t>💊 Medicine Stock-Outs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8036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300M+ citizens lose access to
essential medicines every year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286000"/>
            <a:ext cx="5486400" cy="18288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2286000"/>
            <a:ext cx="5486400" cy="45720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2423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347"/>
                </a:solidFill>
              </a:rPr>
              <a:t>📊 Zero Predictive Visibility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88036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PHC staff manually count stock
with no early-warning system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97680"/>
            <a:ext cx="5486400" cy="18288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4297680"/>
            <a:ext cx="5486400" cy="45720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347"/>
                </a:solidFill>
              </a:rPr>
              <a:t>🚑 Reactive Emergency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9204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Dengue / Cholera surges cause
unrecoverable supply collapses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297680"/>
            <a:ext cx="5486400" cy="18288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60" y="4297680"/>
            <a:ext cx="5486400" cy="45720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44348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347"/>
                </a:solidFill>
              </a:rPr>
              <a:t>🌐 Data Silos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89204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No cross-district intelligence
or federated analytics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1264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WHO estimates 50% of health facility stock-outs in LMICs are preventable with real-time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347"/>
                </a:solidFill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Our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4A3B8"/>
                </a:solidFill>
              </a:rPr>
              <a:t>RESILIENCE AI — an end-to-end intelligent healthcare supply platform.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347"/>
                </a:solidFill>
              </a:rPr>
              <a:t>One platform. Real-time telemetry. AI-powered decisions.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651760"/>
            <a:ext cx="3657600" cy="16002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2651760"/>
            <a:ext cx="3657600" cy="45720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7432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347"/>
                </a:solidFill>
              </a:rPr>
              <a:t>📡 Real-Time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15468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National + state + district
level PHC monitoring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651760"/>
            <a:ext cx="3657600" cy="16002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80" y="2651760"/>
            <a:ext cx="3657600" cy="45720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34840" y="27432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347"/>
                </a:solidFill>
              </a:rPr>
              <a:t>🔮 Predictive Forecasting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15468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Holt-Winters EWMA for 7/14/30d
stock-out predictions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651760"/>
            <a:ext cx="3657600" cy="16002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2651760"/>
            <a:ext cx="3657600" cy="45720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66760" y="27432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347"/>
                </a:solidFill>
              </a:rPr>
              <a:t>🤖 Gemini Copilot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15468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Natural-language healthcare
intelligence with zero fabrication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434840"/>
            <a:ext cx="3657600" cy="16002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4434840"/>
            <a:ext cx="365760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452627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B8A6"/>
                </a:solidFill>
              </a:rPr>
              <a:t>⚡ Emergency Simulation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937759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Dengue / Cholera surge modeling
with redistribution triggers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434840"/>
            <a:ext cx="3657600" cy="16002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97680" y="4434840"/>
            <a:ext cx="365760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34840" y="452627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B8A6"/>
                </a:solidFill>
              </a:rPr>
              <a:t>🌐 Federated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937759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Privacy-preserving training
across India + BRICS nodes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4434840"/>
            <a:ext cx="3657600" cy="16002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229600" y="4434840"/>
            <a:ext cx="365760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66760" y="452627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B8A6"/>
                </a:solidFill>
              </a:rPr>
              <a:t>🚛 Smart Redistribution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4937759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Linear-optimized cross-district
medicine transfer planning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347"/>
                </a:solidFill>
              </a:rPr>
              <a:t>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4A3B8"/>
                </a:solidFill>
              </a:rPr>
              <a:t>Full-stack, federated, production-grade infrastructure.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73152" cy="777240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148839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347"/>
                </a:solidFill>
              </a:rPr>
              <a:t>PRESENTATION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React 18 + TypeScript + Tailwind CSS + Recharts · Tomato Red / Deep Navy Design 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71800"/>
            <a:ext cx="11247120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971800"/>
            <a:ext cx="73152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0175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</a:rPr>
              <a:t>API GATEWAY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55848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FastAPI (Python 3.11) · JWT Auth with RBAC · /api/dashboard · /api/inventory · /api/copilot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40479"/>
            <a:ext cx="11247120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3840479"/>
            <a:ext cx="73152" cy="7772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886199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4B8A6"/>
                </a:solidFill>
              </a:rPr>
              <a:t>ML &amp; AI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24527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Holt-Winters Forecasting  ·  Risk Engine  ·  Anomaly Detector  ·  Federated Aggregation  ·  Google Gemini 1.5 Flash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709159"/>
            <a:ext cx="11247120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4709159"/>
            <a:ext cx="73152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4754879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DATA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093207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SQLite / PostgreSQL  ·  100 PHCs  ·  20 Districts  ·  5 Indian States  ·  10 Medicines  ·  30-day History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577840"/>
            <a:ext cx="11247120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5577840"/>
            <a:ext cx="73152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5623559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FEDERATION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961888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Privacy-preserving federated learning  ·  India + Brazil + Russia + China + South Africa nodes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→ Each layer communicates via typed REST APIs with 401/403/404 error handling and demo fallback mode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347"/>
                </a:solidFill>
              </a:rPr>
              <a:t>KEY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By The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4A3B8"/>
                </a:solidFill>
              </a:rPr>
              <a:t>Production-grade system — not a prototype.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2560320" cy="1417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2560320" cy="54864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6347"/>
                </a:solidFill>
              </a:rPr>
              <a:t>100+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175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PHCs Monitored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2194560"/>
            <a:ext cx="2560320" cy="1417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91840" y="2194560"/>
            <a:ext cx="2560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91840" y="233172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0B981"/>
                </a:solidFill>
              </a:rPr>
              <a:t>111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0175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Tests Passing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194560"/>
            <a:ext cx="2560320" cy="1417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26480" y="2194560"/>
            <a:ext cx="256032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6480" y="233172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4B8A6"/>
                </a:solidFill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0175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Medicines Tracked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2194560"/>
            <a:ext cx="2560320" cy="1417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961120" y="2194560"/>
            <a:ext cx="25603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0" y="233172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3B82F6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30175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Indian States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840480"/>
            <a:ext cx="2560320" cy="1417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840480"/>
            <a:ext cx="25603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39776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59E0B"/>
                </a:solidFill>
              </a:rPr>
              <a:t>30d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6634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History + 7d Forecast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0" y="3840480"/>
            <a:ext cx="2560320" cy="1417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91840" y="3840480"/>
            <a:ext cx="2560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91840" y="39776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0B981"/>
                </a:solidFill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46634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API Fabrications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3840480"/>
            <a:ext cx="2560320" cy="1417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26480" y="3840480"/>
            <a:ext cx="2560320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26480" y="39776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94A3B8"/>
                </a:solidFill>
              </a:rPr>
              <a:t>127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46634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Files in Repo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61120" y="3840480"/>
            <a:ext cx="2560320" cy="1417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961120" y="3840480"/>
            <a:ext cx="2560320" cy="54864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961120" y="39776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6347"/>
                </a:solidFill>
              </a:rPr>
              <a:t>BRICS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46634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Federated Nodes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347"/>
                </a:solidFill>
              </a:rPr>
              <a:t>FEATURE: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National Healthcare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4A3B8"/>
                </a:solidFill>
              </a:rPr>
              <a:t>Real-time telemetry across all PHCs, districts and states.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03120"/>
            <a:ext cx="2560320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2103120"/>
            <a:ext cx="256032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21945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4B8A6"/>
                </a:solidFill>
              </a:rPr>
              <a:t>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7004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PHCs Online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2103120"/>
            <a:ext cx="2560320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0" y="2103120"/>
            <a:ext cx="25603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0" y="21945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F4444"/>
                </a:solidFill>
              </a:rPr>
              <a:t>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67004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Critical PHCs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2103120"/>
            <a:ext cx="2560320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35040" y="2103120"/>
            <a:ext cx="25603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35040" y="21945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9E0B"/>
                </a:solidFill>
              </a:rPr>
              <a:t>324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67004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Avg. Bed Occ. 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2103120"/>
            <a:ext cx="2560320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869680" y="2103120"/>
            <a:ext cx="2560320" cy="54864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0" y="21945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6347"/>
                </a:solidFill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267004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Active Alerts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2461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📍  Interactive India PHC Risk Map — geospatial heat-map by risk tier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72160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📈  7-Day National Demand Velocity Chart — aggregate footfall vs. consumption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197096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🚨  Live Critical Alerts Queue — click-to-resolve with audit trail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672583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💊  Medicine Stock-Out Risk Table — sorted by days remaining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14807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🏥  State &amp; District drilldown with staffing and bed occupancy metrics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6235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🔄  One-click demo mode — works without Gemini API key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347"/>
                </a:solidFill>
              </a:rPr>
              <a:t>FEATURE: 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Predictive Medicine Inventory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4A3B8"/>
                </a:solidFill>
              </a:rPr>
              <a:t>AI-powered stock-out risk scoring with Holt-Winters time-series forecasting.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03120"/>
            <a:ext cx="11338560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2103120"/>
            <a:ext cx="64008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2286000"/>
            <a:ext cx="128016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2304288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71A33"/>
                </a:solidFill>
              </a:rPr>
              <a:t>CRITICAL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ORS — Kolli Hills PHC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EF4444"/>
                </a:solidFill>
              </a:rPr>
              <a:t>2.3 days left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17520"/>
            <a:ext cx="11338560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3017520"/>
            <a:ext cx="64008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3200400"/>
            <a:ext cx="128016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" y="3218688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71A33"/>
                </a:solidFill>
              </a:rPr>
              <a:t>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Paracetamol — Salem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59E0B"/>
                </a:solidFill>
              </a:rPr>
              <a:t>5.1 days left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931920"/>
            <a:ext cx="11338560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3931920"/>
            <a:ext cx="64008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4114800"/>
            <a:ext cx="128016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0352" y="4133087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71A33"/>
                </a:solidFill>
              </a:rPr>
              <a:t>MEDIUM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Amoxicillin — Erode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59E0B"/>
                </a:solidFill>
              </a:rPr>
              <a:t>11 days left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846320"/>
            <a:ext cx="11338560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4846320"/>
            <a:ext cx="64008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2920" y="5029200"/>
            <a:ext cx="128016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0352" y="5047488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71A33"/>
                </a:solidFill>
              </a:rPr>
              <a:t>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5029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Metformin — Pune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0B981"/>
                </a:solidFill>
              </a:rPr>
              <a:t>28 days left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Each detail page shows: AI Risk Explanation  ·  30-Day Historical Chart  ·  7/14/30-Day Forecast  ·  Supplier Lead Time  ·  Reorder Level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2179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6347"/>
                </a:solidFill>
              </a:rPr>
              <a:t>Root cause of stock-out is expressed in plain English by the Holt-Winters ML engine — grounded in real PHC telemetry.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347"/>
                </a:solidFill>
              </a:rPr>
              <a:t>FEATURE: AI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Gemini Resilience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4A3B8"/>
                </a:solidFill>
              </a:rPr>
              <a:t>Zero-fabrication natural language intelligence — grounded in live database telemetry.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103120"/>
            <a:ext cx="8961120" cy="640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80360" y="219456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🧑 What are today's most critical healthcare risks?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816352"/>
            <a:ext cx="9601200" cy="100584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2816352"/>
            <a:ext cx="54864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907791"/>
            <a:ext cx="9326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✦ Gemini: CRITICAL: ORS stock-out in 2.3 days at Kolli Hills PHC (88% probability). 14 PHCs are at CRITICAL risk nationally. Authorize emergency cross-district redistribution of 3,297 units from Salem surplus hub. Confidence: 90%.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4160520"/>
            <a:ext cx="8961120" cy="640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80360" y="4251959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🧑 Which PHCs may face medicine stock-outs this week?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873752"/>
            <a:ext cx="9601200" cy="100584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4873752"/>
            <a:ext cx="54864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4965192"/>
            <a:ext cx="9326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✦ Gemini: HIGH-RISK: Kolli Hills (ORS, 2.3d), Namakkal Urban (Amoxicillin, 4.1d), Salem Rural (Paracetamol, 5.8d). Recommend expediting supplier orders with 5-day lead time from State Central Depot.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2179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FF6347"/>
                </a:solidFill>
              </a:rPr>
              <a:t>⚑ Demo Mode: When GEMINI_API_KEY is absent, a clearly labelled grounded fallback answers from live DB metrics. Zero fabrication guaranteed.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347"/>
                </a:solidFill>
              </a:rPr>
              <a:t>FEATURE: FEDERATED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Federated AI — Privacy by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4A3B8"/>
                </a:solidFill>
              </a:rPr>
              <a:t>BRICS-wide healthcare intelligence without centralizing patient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2971800"/>
            <a:ext cx="914400" cy="457200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846320" y="2971800"/>
            <a:ext cx="914400" cy="45720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0" y="2999232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🇮🇳 India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4343400"/>
            <a:ext cx="731520" cy="4572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5840" y="4343400"/>
            <a:ext cx="73152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370832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4B8A6"/>
                </a:solidFill>
              </a:rPr>
              <a:t>🇧🇷 Brazil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0240" y="1600200"/>
            <a:ext cx="731520" cy="4572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920240" y="1600200"/>
            <a:ext cx="73152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20240" y="1627632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B82F6"/>
                </a:solidFill>
              </a:rPr>
              <a:t>🇷🇺 Russia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1600200"/>
            <a:ext cx="731520" cy="4572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21040" y="1600200"/>
            <a:ext cx="7315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1627632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9E0B"/>
                </a:solidFill>
              </a:rPr>
              <a:t>🇨🇳 China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4343400"/>
            <a:ext cx="731520" cy="4572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321040" y="4343400"/>
            <a:ext cx="73152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0" y="4370832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0B981"/>
                </a:solidFill>
              </a:rPr>
              <a:t>🇿🇦 S. Africa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840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Model Aggregation Hub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1031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✅  Raw patient data NEVER leaves the local PHC node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761487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✅  Only encrypted model weight gradients are transmitted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419856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✅  Federated averaging aggregates intelligence globally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078224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✅  Global model improves local predictions — privacy preserved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73659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✅  Demonstrated with India (primary) + 4 BRICS partner nodes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347"/>
                </a:solidFill>
              </a:rPr>
              <a:t>FEATURE: EMERGENCY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Emergency Simulation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4A3B8"/>
                </a:solidFill>
              </a:rPr>
              <a:t>Dengue / Cholera surge modeling with automated redistribution triggers.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03120"/>
            <a:ext cx="3657600" cy="3200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2103120"/>
            <a:ext cx="365760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24027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⚡ Dengue Surge — Namakkal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Patient footfall spike 340%
ORS demand surge: +280%
3 PHCs enter critical stock-out zone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0B981"/>
                </a:solidFill>
              </a:rPr>
              <a:t>→ System auto-triggers redistribution plan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103120"/>
            <a:ext cx="3657600" cy="3200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80" y="2103120"/>
            <a:ext cx="365760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0" y="224027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🌊 Cholera Outbreak — Erode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7432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Contamination event detected
ORS + Chlorine demand surge
District lockdown supply protocol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1148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0B981"/>
                </a:solidFill>
              </a:rPr>
              <a:t>→ System auto-triggers redistribution plan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103120"/>
            <a:ext cx="3657600" cy="3200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2103120"/>
            <a:ext cx="3657600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224027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</a:rPr>
              <a:t>🔥 Heatwave — Coimbatore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7432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OPD patient load +190%
IV Fluids stock critical
Mobile medical unit deployed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1148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0B981"/>
                </a:solidFill>
              </a:rPr>
              <a:t>→ System auto-triggers redistribution plan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5321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The Emergency module simulates demand shocks, recalculates stock-out probabilities in real time, and surfaces redistribution recommendations within 2 seconds.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053328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347"/>
                </a:solidFill>
              </a:rPr>
              <a:t>Hackathon demo: Click 'Trigger Dengue Emergency' → watch all KPIs update live across Dashboard, Inventory, and Redistribution pages.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347"/>
                </a:solidFill>
              </a:rPr>
              <a:t>FEATURE: REDISTRIBUTION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Smart Redistribution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4A3B8"/>
                </a:solidFill>
              </a:rPr>
              <a:t>Linear optimization — move the right medicine to the right PHC at the right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347"/>
                </a:solidFill>
              </a:rPr>
              <a:t>Transfer Request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14600"/>
            <a:ext cx="11247120" cy="7315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514600"/>
            <a:ext cx="54864" cy="731520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6791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Kolli Hills Tribal PHC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6791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ORS (Oral Rehydration Salts)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6791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</a:rPr>
              <a:t>3,297 units needed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6791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</a:rPr>
              <a:t>CRITICAL — 2.3 days left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83280"/>
            <a:ext cx="11247120" cy="7315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383280"/>
            <a:ext cx="54864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54787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From: Salem District Hub (Surplus: 8,400 units)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54787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0B981"/>
                </a:solidFill>
              </a:rPr>
              <a:t>Proposed Transfer: 3,500 units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54787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0B981"/>
                </a:solidFill>
              </a:rPr>
              <a:t>ETA: 6 hours via State logistics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3891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71A33"/>
                </a:solidFill>
              </a:rPr>
              <a:t>Approve Transfer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4389120"/>
            <a:ext cx="2194560" cy="502920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0" y="44348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Approve Transfer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0292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1️⃣  Risk engine identifies critical stock-out zones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3675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2️⃣  Optimizer finds nearest surplus warehouses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705856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3️⃣  Transfer quantity calculated: safety_stock + 7d forecast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044183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4️⃣  One-click approval logged in tamper-evident audit trail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38251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5️⃣  Redistribution tracked until stock confirmed at destination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347"/>
                </a:solidFill>
              </a:rPr>
              <a:t>DEMO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3-Minute Live Demo 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4A3B8"/>
                </a:solidFill>
              </a:rPr>
              <a:t>What the judges will see, step by step.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03120"/>
            <a:ext cx="5577840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2103120"/>
            <a:ext cx="45720" cy="777240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347"/>
                </a:solidFill>
              </a:rPr>
              <a:t>0:00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148839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Open National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0545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100 PHCs online, 14 critical, live alerts queue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103120"/>
            <a:ext cx="5577840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2103120"/>
            <a:ext cx="45720" cy="7772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21945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</a:rPr>
              <a:t>0:25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148839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Show PHC Risk 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50545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India heat-map, click Namakkal (Critical cluster)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17520"/>
            <a:ext cx="5577840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3017520"/>
            <a:ext cx="45720" cy="777240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1089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347"/>
                </a:solidFill>
              </a:rPr>
              <a:t>0:45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063239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Open Inventory /1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41985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ORS stock-out: 2.3 days, 88% probability, AI explanation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017520"/>
            <a:ext cx="5577840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09360" y="3017520"/>
            <a:ext cx="45720" cy="7772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31089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</a:rPr>
              <a:t>1:05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063239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Open Redistribution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341985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Auto-generated 3,297-unit transfer from Salem Hub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931920"/>
            <a:ext cx="5577840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" y="3931920"/>
            <a:ext cx="45720" cy="777240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4023359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347"/>
                </a:solidFill>
              </a:rPr>
              <a:t>1:25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3977639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Approve Transfer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433425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Audit trail logged, status confirmed, KPIs update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3931920"/>
            <a:ext cx="5577840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09360" y="3931920"/>
            <a:ext cx="45720" cy="7772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0" y="4023359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</a:rPr>
              <a:t>1:40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3977639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Trigger Dengue Emergency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433425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All metrics shift: demand +340%, 3 PHCs critical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846320"/>
            <a:ext cx="5577840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65760" y="4846320"/>
            <a:ext cx="45720" cy="777240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4937759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347"/>
                </a:solidFill>
              </a:rPr>
              <a:t>2:00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48920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Open Federated 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524865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India + BRICS 5-node training network live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4846320"/>
            <a:ext cx="5577840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309360" y="4846320"/>
            <a:ext cx="45720" cy="7772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00800" y="4937759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</a:rPr>
              <a:t>2:20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6600" y="48920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Open Gemini Copilot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86600" y="524865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Ask: 'What are today's most critical healthcare risks?'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5760720"/>
            <a:ext cx="5577840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65760" y="5760720"/>
            <a:ext cx="45720" cy="777240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57200" y="5852159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347"/>
                </a:solidFill>
              </a:rPr>
              <a:t>2:40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58064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Show Grounded Response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3000" y="616305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Specific PHC names + stock levels + recommended actions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5760720"/>
            <a:ext cx="5577840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309360" y="5760720"/>
            <a:ext cx="45720" cy="7772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00800" y="5852159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</a:rPr>
              <a:t>2:55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86600" y="58064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Wrap: Privacy Statement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86600" y="616305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Raw data is local — only model weights federate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347"/>
                </a:solidFill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4A3B8"/>
                </a:solidFill>
              </a:rPr>
              <a:t>Open standards, production-grade, cloud-deployable.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03120"/>
            <a:ext cx="3749039" cy="4297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2103120"/>
            <a:ext cx="3749039" cy="64008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2128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347"/>
                </a:solidFill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889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React 18 + TypeScript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290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Vite + Tailwind CSS v3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69079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Recharts (AreaChart, LineChart)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09159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React Router v6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3492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Framer Motion animations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2103120"/>
            <a:ext cx="3749039" cy="4297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97680" y="2103120"/>
            <a:ext cx="3749039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0560" y="22128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</a:rP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889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Python 3.11 + FastAPI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4290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SQLAlchemy ORM + Alembic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069079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SQLite (dev) / PostgreSQL (prod)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709159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JWT Auth + RBAC roles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53492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111 automated tests (pytest)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2103120"/>
            <a:ext cx="3749039" cy="4297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229600" y="2103120"/>
            <a:ext cx="3749039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80" y="22128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B8A6"/>
                </a:solidFill>
              </a:rPr>
              <a:t>AI / 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7889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Google Gemini 1.5 Flash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4290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Holt-Winters EWMA forecasting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069079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Risk scoring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709159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Federated averaging simulation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53492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Anomaly detection (IQR + Z-score)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347"/>
                </a:solidFill>
              </a:rPr>
              <a:t>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Impact &amp; Scalability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4A3B8"/>
                </a:solidFill>
              </a:rPr>
              <a:t>From 100 PHCs today to a national-scale healthcare intelligence grid.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94560"/>
            <a:ext cx="5577840" cy="18288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2194560"/>
            <a:ext cx="5577840" cy="64008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347"/>
                </a:solidFill>
              </a:rPr>
              <a:t>✦ Lives Saved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34639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Early stock-out warnings prevent treatment
gaps for 300M rural patients per year.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194560"/>
            <a:ext cx="5577840" cy="18288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2194560"/>
            <a:ext cx="557784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23317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</a:rPr>
              <a:t>✦ Cost Efficiency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834639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Optimized redistribution reduces emergency
procurement costs by up to 40%.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206240"/>
            <a:ext cx="5577840" cy="18288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206240"/>
            <a:ext cx="5577840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3434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B8A6"/>
                </a:solidFill>
              </a:rPr>
              <a:t>✦ Data Sovereignty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4632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Federated architecture ensures no patient
record ever leaves its district PHC.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206240"/>
            <a:ext cx="5577840" cy="18288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60" y="4206240"/>
            <a:ext cx="557784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43434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</a:rPr>
              <a:t>✦ BRICS Replication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84632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Plug-in node architecture scales to any
national health system globally.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2636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6347"/>
                </a:solidFill>
              </a:rPr>
              <a:t>Phase 1: 100 PHCs (done)  →  Phase 2: All India ~25,000 PHCs  →  Phase 3: BRICS national health nodes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347"/>
                </a:solidFill>
              </a:rPr>
              <a:t>DIFFERENTIATORS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Why RESILIENCE AI Wins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4A3B8"/>
                </a:solidFill>
              </a:rPr>
              <a:t>We did not build a prototype. We built a production system.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03120"/>
            <a:ext cx="11338560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2103120"/>
            <a:ext cx="64008" cy="1005840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3500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9456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347"/>
                </a:solidFill>
              </a:rPr>
              <a:t>Real Data, Zero Fabrication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59689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Every metric is sourced from a deterministic synthetic DB seeded from HMIS/NHA methodology. Gemini Copilot is explicitly grounded — never hallucinates numbers.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246120"/>
            <a:ext cx="11338560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3246120"/>
            <a:ext cx="64008" cy="1005840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4930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🏗️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33756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347"/>
                </a:solidFill>
              </a:rPr>
              <a:t>Full-Stack Production 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73989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111/111 backend tests pass. TypeScript strict mode. Error boundaries. Audit trail. RBAC auth. Demo mode without API keys. 127 files committed.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389120"/>
            <a:ext cx="11338560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4389120"/>
            <a:ext cx="64008" cy="1005840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46360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480559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347"/>
                </a:solidFill>
              </a:rPr>
              <a:t>Privacy-First by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88289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Federated learning ensures local PHC data stays local. Only model gradients propagate. Demonstrated with India + BRICS nodes.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532120"/>
            <a:ext cx="11338560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5532120"/>
            <a:ext cx="64008" cy="1005840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57790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623559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347"/>
                </a:solidFill>
              </a:rPr>
              <a:t>Globally Replicable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602589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Modular node architecture means any country can plug in their PHC data — same platform, different data source, same intelligence layer.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0" y="914400"/>
            <a:ext cx="3959352" cy="50292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6347"/>
                </a:solidFill>
              </a:rPr>
              <a:t>RESILIENCE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National Healthcare Resource Intelligence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111 tests passing · 127 files · 100 PHCs · 5 states · Real forecasts · Gemini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404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4B8A6"/>
                </a:solidFill>
              </a:rPr>
              <a:t>🌐  github.com/suji2826/Resilience-AI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159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🚀  http://localhost:5173  (live demo)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29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FFFFF"/>
                </a:solidFill>
              </a:rPr>
              <a:t>"Every day a PHC runs out of ORS, a child risks death from dehydration.
RESILIENCE AI makes that preventable."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7220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Thank You  · 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1598</Words>
  <Application>Microsoft Office PowerPoint</Application>
  <PresentationFormat>Custom</PresentationFormat>
  <Paragraphs>246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Algerian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Prathip Munusamy</cp:lastModifiedBy>
  <cp:revision>2</cp:revision>
  <dcterms:created xsi:type="dcterms:W3CDTF">2013-01-27T09:14:16Z</dcterms:created>
  <dcterms:modified xsi:type="dcterms:W3CDTF">2026-09-29T16:38:05Z</dcterms:modified>
  <cp:category/>
</cp:coreProperties>
</file>